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M6-3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OpenClaw 完全实操（一）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0 跑起来 · 当场让你拥有一个 24×7 替你干活的私人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🌿 进阶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难度（前置 M0+M1+M2-1~2）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当场可用的 Bot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学员交付（下课即可用）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讲师 ｜ 2026-04-30 ｜《AI 跟上时代》线下精品班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一个真实场景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上周一早上 8 点，我洗漱中收到飞书弹窗 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solidFill>
            <a:srgbClr val="FFFFFF"/>
          </a:solidFill>
          <a:ln w="508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"昨日 32 封邮件已分类：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封需你亲自回（已草拟）/ 12 封已代回 / 15 封归档。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下面是 5 封需要你看的摘要……"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不是真人助理。是 OpenClaw 在前一晚 23:00 自动跑出来的 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这堂课结束时，你也会有一个。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OpenClaw 是什么 / 不是什么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用一个比喻搞清楚它的位置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3657600" cy="4023360"/>
          </a:xfrm>
          <a:prstGeom prst="rect">
            <a:avLst/>
          </a:prstGeom>
          <a:solidFill>
            <a:srgbClr val="FFFFFF"/>
          </a:solidFill>
          <a:ln w="508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ChatGPT / Claude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你的助理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只在你打开 App 时存在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3657600" cy="4023360"/>
          </a:xfrm>
          <a:prstGeom prst="rect">
            <a:avLst/>
          </a:prstGeom>
          <a:solidFill>
            <a:srgbClr val="FFFFFF"/>
          </a:solidFill>
          <a:ln w="508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你的程序员同事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专做编程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2011680"/>
            <a:ext cx="3657600" cy="4023360"/>
          </a:xfrm>
          <a:prstGeom prst="rect">
            <a:avLst/>
          </a:prstGeom>
          <a:solidFill>
            <a:srgbClr val="FFFFFF"/>
          </a:solidFill>
          <a:ln w="508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OpenClaw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 24×7 数字员工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12480" y="4023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有人格 / 记忆 / 定时跑活 / 多渠道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OpenClaw 不是新模型。它调用 Claude / GPT / DeepSeek。它是把人格 / 记忆 / 工具 / 定时 / 多渠道打包好的工程脚手架。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四大组件深拆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Gateway · Channels · Hooks · CronJob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94560"/>
            <a:ext cx="3017520" cy="9144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Gateway 中央调度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（主控 LLM 在这里思考）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3017520" cy="146304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Channels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嘴和耳朵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飞书 / Telegram / WhatsApp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邮件 / Webhook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4206240"/>
            <a:ext cx="3017520" cy="146304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Hooks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反射神经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PreToolUse / PostToolUse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Stop / Notification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4206240"/>
            <a:ext cx="3017520" cy="146304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CronJob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生物钟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每天 23:00 跑邮件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每周五 16:00 出周报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108960"/>
            <a:ext cx="-4023360" cy="109728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3108960"/>
            <a:ext cx="0" cy="109728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3108960"/>
            <a:ext cx="4023360" cy="109728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持久化：SOUL.md（人格） · USER.md（你的偏好） · MEMORY.md（长期记忆） · AGENTS.md（项目偏好）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课中 Checkpoint #1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 · 别冲下一节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3949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在自己的笔记上画一遍前一页的架构图。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画不出来 = 还没听懂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画得乱 = 听到一半神游了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画得整齐 = 可以进入实操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21208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随机抽 3 位学员讲解给同桌听。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32F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 3 个里有 1 个讲不清——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32F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立刻补讲。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32F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不要硬冲下一节。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实操 Step 1 · 全局安装 OpenClaw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 · 一行命令搞定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11247120" cy="21031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推荐 nvm 隔离的 Node 22 环境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nvm use 22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全局装 OpenClaw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openclaw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--version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期望输出: openclaw v1.4.x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91440" cy="411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46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报权限错误 → 用管理员 PowerShell 重开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5349240"/>
            <a:ext cx="91440" cy="411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npm 报 ENOTFOUND → 代理没开 / 镜像源没切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852160"/>
            <a:ext cx="91440" cy="411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装完命令找不到 → npm config get prefix 看路径加到 PATH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实操 Step 2 · 初始化工作目录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 · 看清四个核心文件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6858000" cy="39319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~/AI-Workspace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my-claw &amp;&amp; cd my-claw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一键 onboard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创建出来：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.claw/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config.json     # 主配置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SOUL.md         # AI 人格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USER.md         # 关于你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MEMORY.md       # 长期记忆（自动维护）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AGENTS.md       # 项目偏好（M7 用）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config.json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2286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Channel / 模型 / 钥匙都配在这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SOUL.md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的人格——严肃 partner？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热情助理？这里写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关于你——AI 用这份来了解你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MEMORY.md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长期记忆——AI 自己维护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5394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项目级偏好——M7 才会用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实操 Step 3 · 配 Channel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 · Telegram 推荐新手 / 飞书推荐国内重度用户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00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F9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选项 A · Telegram（推荐新手）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5120640" cy="32004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找 @BotFather → /newbot → token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配进去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channel add telegram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--token "你的 token"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启动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start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给你的 bot 发"在吗？"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应该收到 AI 回复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选项 B · 飞书（推荐国内）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5120640" cy="32004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飞书开发者后台建机器人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拿 App ID + App Secret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配进去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channel add feishu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--app-id "xxx"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--app-secret "yyy"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飞书后台配 Webhook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回调到你的 frp/feishu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启动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start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1 · email-triage · 邮件三筛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学员痛点：早上 200 封邮件，光分类就 1 小时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3657600" cy="42062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0 分钟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在 23:00 自动跑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点你直接看摘要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7315200" cy="42062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057400"/>
            <a:ext cx="7040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 add email-triage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自动会问：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邮箱协议（IMAP / Gmail / Outlook）：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Gmail API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你的"必看"标签是？：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P0、客户、老板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你想几点跑？：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23:00（昨天的）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推到哪个 Channel？：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Telegram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2 · calendar-conflict-fixer · 日历冲突修复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学员痛点：跨时区找时间，邮件来回 5 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00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5740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 add calendar-conflict-fixer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配置：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日历类型：&gt; Google Calendar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工作时间：&gt; 9:30-19:00 北京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常用收件人邮箱：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老板@公司.com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客户@xxx.com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当场实测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学员：@my-claw "下周和 X 客户找一个 1 小时会"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9D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AI：扫描双方日历 → "建议周三 14:00-15:00 / 周四 10:00-11:00 / 周五 16:00-17:00 三个 slot，已起草邮件，要发吗？"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不再被"找时间"邮件拖累 ｜ ✓ AI 直接给你三选一 ｜ ✓ 你只负责按 Y/N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3 · weekly-report-bot · 周报机器人 ⭐⭐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学员痛点：每周五憋周报 2 小时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commits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0116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0116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Calendar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20116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09760" y="2194560"/>
            <a:ext cx="1371600" cy="548640"/>
          </a:xfrm>
          <a:prstGeom prst="rightArrow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1124712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周五 16:00 自动产出（推到飞书）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段叙事（本周做了什么 / 解决了什么 / 学到什么） + 关键产出（数据 / 文档 / 代码） + 下周计划（3 件事 + 风险点）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9D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讲师当场演示：写一个 5 行配置 → 下周五 4 点这个 Bot 自动出周报 → 直接交给老板。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答疑 · 4 个最常见问题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分钟讲清最容易踩的坑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 · 装完跑不起来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logs/claw.log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model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https://api.anthropic.com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 · 怎么知道它没乱跑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.claw/audit.log 全审计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allowedSkills 白名单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 Hook 拦截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· 会不会泄漏隐私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默认数据只在本地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 走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敏感数据走本地 Ollama (M6-4)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297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· 为啥不用 Manus / Devin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48463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他们是云端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是本地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两者互补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课中 Checkpoint #3 · 全员 Demo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分钟 · 把"装完"变成"做出来了"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11247120" cy="21031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"现在每位同学打开你的 Telegram / 飞书，给你的 Bot 发一条消息：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'帮我看下我下周三下午的日历有没有空？'"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F9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Bot 回复成功的同学举手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我点你来后部直播位录一段 30 秒 Demo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作为本节作业上交（飞书课程群）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卡住的同学先标记，课后辅导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 · 必交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下节课开始前 1 小时截止 · 不交不让进 M6-4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1280160" cy="118872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1737360" y="2011680"/>
            <a:ext cx="9966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103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D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截图证据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2560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 Bot 回复任意一条消息（放课程飞书群）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280160" cy="1188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1737360" y="3383280"/>
            <a:ext cx="9966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474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 SOUL.md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3931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200 字描述"我希望我的 AI 助理是什么样的人格" → 交到 GitHub Private 仓库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2801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5000" dirty="0"/>
          </a:p>
        </p:txBody>
      </p:sp>
      <p:sp>
        <p:nvSpPr>
          <p:cNvPr id="21" name="Shape 19"/>
          <p:cNvSpPr/>
          <p:nvPr/>
        </p:nvSpPr>
        <p:spPr>
          <a:xfrm>
            <a:off x="1737360" y="4754880"/>
            <a:ext cx="9966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846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实战 3 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011680" y="5303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 1 个 Skill 跑 3 天 → 写 100 字"使用感受"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两条必须念给学员的话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讲师强制读出，学员复述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solidFill>
            <a:srgbClr val="FFFFFF"/>
          </a:solidFill>
          <a:ln w="508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Key 是钱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OpenClaw 跑起来后会持续调用 LLM，忘记关 CronJob 一周可能花 ¥800。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第一周跑务必看账单。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FFFFFF"/>
          </a:solidFill>
          <a:ln w="5080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它能操作你的飞书 / 邮件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bug 可能误发邮件 / 误删消息。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初期一律开 Hook 人工确认。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本节关键资源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学员手册必收藏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365760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OpenClaw GitHub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 Engineering Blog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API Docs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飞书机器人开发指南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86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Telegram BotFather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2011680"/>
            <a:ext cx="365760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F4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480560" y="3063240"/>
            <a:ext cx="182880" cy="18288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花园老师 OpenClaw 完全指南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3703320"/>
            <a:ext cx="182880" cy="18288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awesome-claude-skills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4343400"/>
            <a:ext cx="182880" cy="18288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VoltAgent/awesome-agent-skills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4983480"/>
            <a:ext cx="182880" cy="18288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Composio 集成大全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38160" y="2011680"/>
            <a:ext cx="365760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F9D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9D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YouTube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321040" y="3063240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David Ondrej · 24/7 AI Assistant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321040" y="3703320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Jason · Personal AI Agents 2026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321040" y="4343400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Matthew Berman · OpenClaw vs Manus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21040" y="4983480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Karpathy · Deep Dive into LLMs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《AI 跟上时代》· M6-3 OpenClaw 完全实操（一）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分钟课 · v3 干净版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本节完成后 · 你的「AI 工作站」升级了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课前 → 课后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303520" cy="10058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"我会 ChatGPT"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219456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6400800" y="2194560"/>
            <a:ext cx="5303520" cy="10058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945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"我有一个 24×7 跑的 AI 助手"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303520" cy="10058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"我用 AI"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3474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5303520" cy="10058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4747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"AI 替我跑活"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303520" cy="10058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"我学过 AI"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47548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6400800" y="4754880"/>
            <a:ext cx="5303520" cy="10058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7548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"我装上了 AI"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M6-4 预告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让你的 OpenClaw 真正懂你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SOUL.md / USER.md / MEMORY.md / AGENTS.md 四层记忆系统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1124712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「用一个月之后助理就懂你」的复利效应来源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课间走到后部全息体验区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Looking Glass · Vision Pro · Quest 3 · 国产 HOLOFY 任你摸 — 这是普通 AI 培训班没有的差异化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 · Q&amp;A 时间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《AI 跟上时代》线下精品班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M6-3 OpenClaw 完全实操（一）</dc:title>
  <dc:subject>PptxGenJS Presentation</dc:subject>
  <dc:creator>AI Course Author</dc:creator>
  <cp:lastModifiedBy>AI Course Author</cp:lastModifiedBy>
  <cp:revision>1</cp:revision>
  <dcterms:created xsi:type="dcterms:W3CDTF">2026-04-30T06:37:23Z</dcterms:created>
  <dcterms:modified xsi:type="dcterms:W3CDTF">2026-04-30T06:37:23Z</dcterms:modified>
</cp:coreProperties>
</file>